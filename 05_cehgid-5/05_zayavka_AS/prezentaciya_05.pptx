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ЦехГид-5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Навигационная система автономного робота для мониторинга микроклимата</a:t>
            </a:r>
          </a:p>
          <a:p>
            <a:br/>
            <a:pPr>
              <a:defRPr sz="1400">
                <a:solidFill>
                  <a:srgbClr val="6B7280"/>
                </a:solidFill>
              </a:defRPr>
            </a:pPr>
            <a:r>
              <a:t>ФСИ «Старт-Пром-1», очередь 4 | Руководитель: Класнер Г.Г.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Проблема и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Рынок</a:t>
            </a:r>
          </a:p>
          <a:p>
            <a:pPr>
              <a:defRPr sz="1400"/>
            </a:pPr>
            <a:r>
              <a:t>Fancom F48 (стационарный), Big Dutchman BigFarmNet</a:t>
            </a:r>
          </a:p>
          <a:p>
            <a:br/>
            <a:pPr>
              <a:defRPr sz="1400" b="1"/>
            </a:pPr>
            <a:r>
              <a:t>Целевая стоимость: 150 000 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Преимущества</a:t>
            </a:r>
          </a:p>
          <a:p>
            <a:pPr>
              <a:defRPr sz="1400"/>
            </a:pPr>
            <a:r>
              <a:t>Пространственное разрешение ≤2 м (vs 3–5 точек на цех); ≤45 мин обход; снижение стресса птицы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Ключевые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✓ RPLIDAR A3 (360°, 16 м, 15 Гц)</a:t>
            </a:r>
          </a:p>
          <a:p>
            <a:pPr>
              <a:spcAft>
                <a:spcPts val="1000"/>
              </a:spcAft>
              <a:defRPr sz="1800"/>
            </a:pPr>
            <a:r>
              <a:t>✓ SLAM Cartographer на Raspberry Pi 4B</a:t>
            </a:r>
          </a:p>
          <a:p>
            <a:pPr>
              <a:spcAft>
                <a:spcPts val="1000"/>
              </a:spcAft>
              <a:defRPr sz="1800"/>
            </a:pPr>
            <a:r>
              <a:t>✓ Блок сенсоров: SHT45, SGP41, SCD41, TSL2591</a:t>
            </a:r>
          </a:p>
          <a:p>
            <a:pPr>
              <a:spcAft>
                <a:spcPts val="1000"/>
              </a:spcAft>
              <a:defRPr sz="1800"/>
            </a:pPr>
            <a:r>
              <a:t>✓ LoRa SX1276 (868 МГц, до 5 км)</a:t>
            </a:r>
          </a:p>
          <a:p>
            <a:pPr>
              <a:spcAft>
                <a:spcPts val="1000"/>
              </a:spcAft>
              <a:defRPr sz="1800"/>
            </a:pPr>
            <a:r>
              <a:t>✓ MTBF: 117 647 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Бюджет и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Общий бюджет: 1 100 000 руб.</a:t>
            </a:r>
          </a:p>
          <a:p>
            <a:pPr>
              <a:defRPr sz="1800"/>
            </a:pPr>
            <a:r>
              <a:t>Срок: 18 месяцев | TRL: 3 → 6</a:t>
            </a:r>
          </a:p>
          <a:p>
            <a:br/>
            <a:pPr>
              <a:defRPr sz="1600" b="1"/>
            </a:pPr>
            <a:r>
              <a:t>Этап 1 (мес. 1–8): Разработка прототипа</a:t>
            </a:r>
          </a:p>
          <a:p>
            <a:pPr>
              <a:defRPr sz="1600"/>
            </a:pPr>
            <a:r>
              <a:t>Этап 2 (мес. 9–14): Опытная партия и испытания</a:t>
            </a:r>
          </a:p>
          <a:p>
            <a:pPr>
              <a:defRPr sz="1600"/>
            </a:pPr>
            <a:r>
              <a:t>Этап 3 (мес. 15–18): Документация и передача результатов</a:t>
            </a:r>
          </a:p>
          <a:p>
            <a:br/>
            <a:pPr>
              <a:defRPr sz="1200" i="1">
                <a:solidFill>
                  <a:srgbClr val="6B7280"/>
                </a:solidFill>
              </a:defRPr>
            </a:pPr>
            <a:r>
              <a:t>Патентование РИД финансируется из собственных средств заявителя и не включено в бюджет гранта.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