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Паразит-Контроль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Система компьютерного зрения для подсчёта личинок паразитов в рыбной продукции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Кремянский В.Ф.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Аналогов для подсчёта личинок не обнаружено</a:t>
            </a:r>
          </a:p>
          <a:p>
            <a:br/>
            <a:pPr>
              <a:defRPr sz="1400" b="1"/>
            </a:pPr>
            <a:r>
              <a:t>Целевая стоимость: 120 000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Пропускная способность ≥25 образцов/час (vs 3–5); воспроизводимость; протокол экспертизы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YOLOv8n: mAP@0.5 ≥ 0.85</a:t>
            </a:r>
          </a:p>
          <a:p>
            <a:pPr>
              <a:spcAft>
                <a:spcPts val="1000"/>
              </a:spcAft>
              <a:defRPr sz="1800"/>
            </a:pPr>
            <a:r>
              <a:t>✓ Синтетический датасет 200+ изображений</a:t>
            </a:r>
          </a:p>
          <a:p>
            <a:pPr>
              <a:spcAft>
                <a:spcPts val="1000"/>
              </a:spcAft>
              <a:defRPr sz="1800"/>
            </a:pPr>
            <a:r>
              <a:t>✓ Камера IMX477 + макрообъектив 25 мм</a:t>
            </a:r>
          </a:p>
          <a:p>
            <a:pPr>
              <a:spcAft>
                <a:spcPts val="1000"/>
              </a:spcAft>
              <a:defRPr sz="1800"/>
            </a:pPr>
            <a:r>
              <a:t>✓ Точность ≥92%, время ≤2 мин/образец</a:t>
            </a:r>
          </a:p>
          <a:p>
            <a:pPr>
              <a:spcAft>
                <a:spcPts val="1000"/>
              </a:spcAft>
              <a:defRPr sz="1800"/>
            </a:pPr>
            <a:r>
              <a:t>✓ MTBF: 83 333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950 000 руб.</a:t>
            </a:r>
          </a:p>
          <a:p>
            <a:pPr>
              <a:defRPr sz="1800"/>
            </a:pPr>
            <a:r>
              <a:t>Срок: 18 месяцев | TRL: 2 → 5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